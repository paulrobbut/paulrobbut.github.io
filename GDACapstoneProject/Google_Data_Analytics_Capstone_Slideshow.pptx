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Merriweather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bold.fntdata"/><Relationship Id="rId25" Type="http://schemas.openxmlformats.org/officeDocument/2006/relationships/font" Target="fonts/Merriweather-regular.fntdata"/><Relationship Id="rId28" Type="http://schemas.openxmlformats.org/officeDocument/2006/relationships/font" Target="fonts/Merriweather-boldItalic.fntdata"/><Relationship Id="rId27" Type="http://schemas.openxmlformats.org/officeDocument/2006/relationships/font" Target="fonts/Merriweath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c63039d7a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c63039d7a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63039d7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c63039d7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63039d7a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63039d7a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63039d7a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63039d7a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d54d9c190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d54d9c190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d54d9c19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d54d9c19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d54d9c19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d54d9c19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d54d9c19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d54d9c19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d54d9c19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d54d9c19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d54d9c19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d54d9c19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d54d9c190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d54d9c19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63039d7a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c63039d7a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63039d7a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c63039d7a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63039d7a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c63039d7a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Google Data Analytics Capstone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By Paul Butler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2/26/2026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Table of Contents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our scenario? 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Ask: What is the issue we are trying to solve? 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Analyze: What does our data tell us? 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Share: What are our results? 6 - 12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Share: What are the key takeaways from our visuals? 13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Act: What should we do? 14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our scenario?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Cyclistic is a bike-share company in Chicago.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We want to help Cyclistic maximize the number of annual memberships.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We want to help them understand where Casual and Member riders differ and why.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Ask: What is the issue we are trying to solve?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We want to know how Casual and Member riders differ and why.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Our stakeholders include our director of marketing, analytics team and executives.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Our business task is to find the Member and Casual differences.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Analyze: What does our data tell us?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142875" y="1452800"/>
            <a:ext cx="4157400" cy="22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Data Cleaning Steps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Performed Data Analysis on both Google Sheets and RStudio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Initial Summary</a:t>
            </a:r>
            <a:endParaRPr>
              <a:solidFill>
                <a:schemeClr val="accent2"/>
              </a:solidFill>
            </a:endParaRPr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875" y="2845600"/>
            <a:ext cx="8858250" cy="15430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 1: Casual Ride Lengths 1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long do Casual riders typically use their bikes on a given day?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Discrepancy between the mean and the majority.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Majority of riders come from the weekends.</a:t>
            </a:r>
            <a:endParaRPr/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2950" y="713538"/>
            <a:ext cx="5391050" cy="371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 2: Casual Ride Lengths 2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extents of how long Casuals will ride for on a given day.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Thursday’s average is being carried by a few high data points.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Most likely more high data points for Thursday.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Extremely high high points, inconsistent low points.</a:t>
            </a:r>
            <a:endParaRPr/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4025" y="727687"/>
            <a:ext cx="5349976" cy="368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 3: Member Ride Lengths 1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long do Member riders typically use their bikes on a given day?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Daily averages are consistent with the quartiles and median.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Members ride for longer on the weekends.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Ride their bikes for less time than Casuals, even when regarding inflated averages for the latter.</a:t>
            </a:r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8575" y="730951"/>
            <a:ext cx="5340550" cy="36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 4: Member Ride Lengths 2</a:t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</a:t>
            </a:r>
            <a:r>
              <a:rPr lang="en-GB"/>
              <a:t>he extents of how long Casuals will ride for on a given day.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High points aren’t as reflective on the averages than Casuals were.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Lower high and low points than Casuals.</a:t>
            </a:r>
            <a:endParaRPr/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7925" y="722149"/>
            <a:ext cx="5366074" cy="369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Extra: # of Rides Over 1 Hour</a:t>
            </a:r>
            <a:endParaRPr/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often does either demographic go for over an hour?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There are many more long Casual rides than Member ones.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Remember, the overall average ride length was just 20 minutes.</a:t>
            </a:r>
            <a:endParaRPr/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52400"/>
            <a:ext cx="4431707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 5: Comparison - # of Rides</a:t>
            </a:r>
            <a:endParaRPr/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How many Member and Casual rides were on a given day.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 sz="1100"/>
              <a:t>Many more Member rides.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 sz="1100"/>
              <a:t>Casual riders are frequent on the weekends.</a:t>
            </a:r>
            <a:endParaRPr sz="1100"/>
          </a:p>
        </p:txBody>
      </p:sp>
      <p:pic>
        <p:nvPicPr>
          <p:cNvPr id="132" name="Google Shape;1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3725" y="706913"/>
            <a:ext cx="5410275" cy="372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 6: Comparison </a:t>
            </a:r>
            <a:r>
              <a:rPr lang="en-GB"/>
              <a:t>- Ride length average</a:t>
            </a:r>
            <a:endParaRPr/>
          </a:p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How long do Members and Casuals average on a daily basis?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 sz="1100"/>
              <a:t>Despite inflated averages, Casuals and Members both seem to have high points on the weekends.</a:t>
            </a:r>
            <a:endParaRPr sz="1100"/>
          </a:p>
        </p:txBody>
      </p:sp>
      <p:pic>
        <p:nvPicPr>
          <p:cNvPr id="139" name="Google Shape;13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7925" y="722149"/>
            <a:ext cx="5366074" cy="369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Share: What are the key takeaways from our visuals?</a:t>
            </a:r>
            <a:endParaRPr/>
          </a:p>
        </p:txBody>
      </p:sp>
      <p:sp>
        <p:nvSpPr>
          <p:cNvPr id="145" name="Google Shape;145;p2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Artificial inflation of Casual ride averages.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Members prefer to use their bikes on the weekday, whereas Casuals ride on the weekends.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Casual riders like to get their money’s worth out of every bike ride.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Both ride for long periods on the weekends.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Act: What should we do?</a:t>
            </a:r>
            <a:endParaRPr/>
          </a:p>
        </p:txBody>
      </p:sp>
      <p:sp>
        <p:nvSpPr>
          <p:cNvPr id="151" name="Google Shape;151;p2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Limit how long Casual riders can use their bikes for.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Weekend events for both Casual and Member riders.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Bike period license to have multiple rides over a period of time.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GB"/>
              <a:t>Conduct further research as to why each group prefers their method of payments.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 for watching my presentation!</a:t>
            </a:r>
            <a:endParaRPr/>
          </a:p>
        </p:txBody>
      </p:sp>
      <p:sp>
        <p:nvSpPr>
          <p:cNvPr id="157" name="Google Shape;157;p2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Are there any questions or concerns?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